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Quantifying the Point of No Return in Global AI/ML Research Communities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Data-driven manuscript figures and tables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1: Equilibrium domestic active pool vs minimum viable threshold</a:t>
            </a:r>
          </a:p>
        </p:txBody>
      </p:sp>
      <p:pic>
        <p:nvPicPr>
          <p:cNvPr id="3" name="Picture 2" descr="fig1_equilibrium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Blue bars: equilibrium T; orange bars: threshold M. All groups remain above the threshold, but margins vary widely.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2: Closest point-of-no-return proximity by group</a:t>
            </a:r>
          </a:p>
        </p:txBody>
      </p:sp>
      <p:pic>
        <p:nvPicPr>
          <p:cNvPr id="3" name="Picture 2" descr="fig2_pnr_proxim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Smaller values mean a smaller proportional change in the listed rate is required to reach the threshold.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1: Equilibrium, threshold and inflow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4008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T_eq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r_obs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r_crit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752.12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119.78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632.34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0.11345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0.00478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1156.27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129.07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1027.20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0.12276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0.00523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Hindu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1497.37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66.04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1431.33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0.11765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0.00213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892.42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126.52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765.89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0.13072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0.00282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206.81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156.33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0.13904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0.01985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Civilizations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424.70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104.60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320.10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0.13072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0.00620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513.12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57.17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455.95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0.17647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0.00400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1783.64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112.34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1671.29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0.12059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0.00281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801.70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132.49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669.21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0.10504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0.00791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2: Top transition-rate elasticities for 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961119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59"/>
                <a:gridCol w="1280159"/>
                <a:gridCol w="1280159"/>
                <a:gridCol w="1280159"/>
                <a:gridCol w="1280159"/>
                <a:gridCol w="1280159"/>
                <a:gridCol w="1280165"/>
              </a:tblGrid>
              <a:tr h="64008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el3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0.046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0.047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Hindu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0.013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0.022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0.111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Civilizations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0.047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0.014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0.021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-2.126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0.066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3: Closest point of no return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9875520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64008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Crit.factor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Proximity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0.580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Civilizations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0.718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2.8304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0.815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1.5548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0.816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0.847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0.869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2.7634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0.878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2.3837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0.934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Hindu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domestic_PIs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1.5156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0.954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4: Saturating inflow extension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5486400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640080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Linear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Saturating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ε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Anglosphere ex-US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752.12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411.20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0.01429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Continental 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1156.27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632.67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0.00870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Hindu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1497.37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781.23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0.01538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Islamic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892.42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469.06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0.02222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Japanese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206.81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129.35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0.01818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Civilizations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424.70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234.34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0.02222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Other Western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513.12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0.04000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1783.64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940.82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0.01000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801.70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462.03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0.00714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