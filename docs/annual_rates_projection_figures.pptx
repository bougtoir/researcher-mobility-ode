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1. Annual observed and projected transition rates per civilisation</a:t>
            </a:r>
          </a:p>
        </p:txBody>
      </p:sp>
      <p:pic>
        <p:nvPicPr>
          <p:cNvPr id="3" name="Picture 2" descr="annual_rates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9502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Observed rates (2000-2016) and projected rates (2017-2026) for the six ODE transition parameters, estimated per civilisation. Unreliable trends are replaced by the historical mean.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2. Inter-civilisation abroad stock (origin x destination)</a:t>
            </a:r>
          </a:p>
        </p:txBody>
      </p:sp>
      <p:pic>
        <p:nvPicPr>
          <p:cNvPr id="3" name="Picture 2" descr="annual_interci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89198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Total abroad author-years accumulated by origin (rows) and destination (columns) civilisation, 2000-2023. Destination is inferred from recent_group during years classified as abroad.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3. Observed vs projected annual compartment counts</a:t>
            </a:r>
          </a:p>
        </p:txBody>
      </p:sp>
      <p:pic>
        <p:nvPicPr>
          <p:cNvPr id="3" name="Picture 2" descr="annual_projection_vs_obse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69985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t>2017-2023 observed counts (solid) and projections from the 2000-2016 model (dashed). The vertical dotted line marks 2016, the end of the training window.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